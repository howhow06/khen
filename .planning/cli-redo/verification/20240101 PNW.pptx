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. 奇异恩典" id="{dff5619d-cd03-14ee-e4bd-1af4d2bcc49d}">
          <p14:sldIdLst>
            <p14:sldId id="256"/>
          </p14:sldIdLst>
        </p14:section>
        <p14:section name="1.1 Verse 1" id="{a5cfc3a6-647b-c0d4-066d-ba31b6f08ee5}">
          <p14:sldIdLst>
            <p14:sldId id="257"/>
            <p14:sldId id="258"/>
          </p14:sldIdLst>
        </p14:section>
        <p14:section name="1.2 Verse 2" id="{17b471df-5b44-41f0-57c8-8ac005e5b2c4}">
          <p14:sldIdLst>
            <p14:sldId id="259"/>
            <p14:sldId id="260"/>
          </p14:sldIdLst>
        </p14:section>
        <p14:section name="1.3 Chorus" id="{019fdfe5-df75-fa5f-b64c-e706b214228c}">
          <p14:sldIdLst>
            <p14:sldId id="261"/>
            <p14:sldId id="262"/>
          </p14:sldIdLst>
        </p14:section>
        <p14:section name="1.4 Ending" id="{d049fc49-8ead-5383-1373-87c9d572910c}">
          <p14:sldIdLst>
            <p14:sldId id="263"/>
            <p14:sldId id="264"/>
          </p14:sldIdLst>
        </p14:section>
        <p14:section name="2. What a friend we have in Jesus" id="{65ad4c89-7c3a-699f-eb30-17f75221f3f3}">
          <p14:sldIdLst>
            <p14:sldId id="265"/>
          </p14:sldIdLst>
        </p14:section>
        <p14:section name="2.1 1" id="{fff21d3f-ddb3-de4b-52f5-1c96feaa0628}">
          <p14:sldIdLst>
            <p14:sldId id="266"/>
            <p14:sldId id="267"/>
            <p14:sldId id="268"/>
            <p14:sldId id="269"/>
          </p14:sldIdLst>
        </p14:section>
        <p14:section name="2.2 2" id="{a17b5474-0b57-d143-a78c-3f33c2d74482}">
          <p14:sldIdLst>
            <p14:sldId id="270"/>
            <p14:sldId id="271"/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_BACKGROUND_IMAGE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_BACKGROUND_COLO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2_IMAGE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2_COLO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543050"/>
            <a:ext cx="9144000" cy="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38100" dir="27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0" b="1" spc="2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奇异恩典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0" y="2571750"/>
            <a:ext cx="9144000" cy="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38100" dir="27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Ebrima" pitchFamily="34" charset="0"/>
                <a:ea typeface="Ebrima" pitchFamily="34" charset="-122"/>
                <a:cs typeface="Ebrima" pitchFamily="34" charset="-120"/>
              </a:rPr>
              <a:t>Amazing Grace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337310"/>
            <a:ext cx="9144000" cy="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38100" dir="27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0" b="1" spc="2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奇异恩典 何等甘甜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0" y="2005965"/>
            <a:ext cx="9144000" cy="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38100" dir="27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Ebrima" pitchFamily="34" charset="0"/>
                <a:ea typeface="Ebrima" pitchFamily="34" charset="-122"/>
                <a:cs typeface="Ebrima" pitchFamily="34" charset="-120"/>
              </a:rPr>
              <a:t>qi yi en dian   he deng gan tian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0" y="2880360"/>
            <a:ext cx="9144000" cy="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38100" dir="27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0" b="1" spc="2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我罪已得赦免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0" y="3549015"/>
            <a:ext cx="9144000" cy="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38100" dir="27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Ebrima" pitchFamily="34" charset="0"/>
                <a:ea typeface="Ebrima" pitchFamily="34" charset="-122"/>
                <a:cs typeface="Ebrima" pitchFamily="34" charset="-120"/>
              </a:rPr>
              <a:t>wo zui yi de she mian</a:t>
            </a:r>
            <a:endParaRPr lang="en-US" sz="3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337310"/>
            <a:ext cx="9144000" cy="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38100" dir="27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0" b="1" spc="2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前我失丧 今被寻回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0" y="2005965"/>
            <a:ext cx="9144000" cy="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38100" dir="27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Ebrima" pitchFamily="34" charset="0"/>
                <a:ea typeface="Ebrima" pitchFamily="34" charset="-122"/>
                <a:cs typeface="Ebrima" pitchFamily="34" charset="-120"/>
              </a:rPr>
              <a:t>qian wo shi sang   jin bei xun hui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0" y="2880360"/>
            <a:ext cx="9144000" cy="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38100" dir="27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0" b="1" spc="2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瞎眼今得看见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0" y="3549015"/>
            <a:ext cx="9144000" cy="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38100" dir="27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Ebrima" pitchFamily="34" charset="0"/>
                <a:ea typeface="Ebrima" pitchFamily="34" charset="-122"/>
                <a:cs typeface="Ebrima" pitchFamily="34" charset="-120"/>
              </a:rPr>
              <a:t>xia yan jin de kan jian</a:t>
            </a:r>
            <a:endParaRPr lang="en-US" sz="3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337310"/>
            <a:ext cx="9144000" cy="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38100" dir="27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0" b="1" spc="2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如此恩典 使我敬畏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0" y="2005965"/>
            <a:ext cx="9144000" cy="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38100" dir="27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Ebrima" pitchFamily="34" charset="0"/>
                <a:ea typeface="Ebrima" pitchFamily="34" charset="-122"/>
                <a:cs typeface="Ebrima" pitchFamily="34" charset="-120"/>
              </a:rPr>
              <a:t>ru ci en dian   shi wo jing wei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0" y="2880360"/>
            <a:ext cx="9144000" cy="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38100" dir="27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0" b="1" spc="2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使我心得安慰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0" y="3549015"/>
            <a:ext cx="9144000" cy="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38100" dir="27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Ebrima" pitchFamily="34" charset="0"/>
                <a:ea typeface="Ebrima" pitchFamily="34" charset="-122"/>
                <a:cs typeface="Ebrima" pitchFamily="34" charset="-120"/>
              </a:rPr>
              <a:t>shi wo xin de an wei</a:t>
            </a:r>
            <a:endParaRPr lang="en-US" sz="3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337310"/>
            <a:ext cx="9144000" cy="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38100" dir="27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0" b="1" spc="2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初信之时 即蒙恩惠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0" y="2005965"/>
            <a:ext cx="9144000" cy="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38100" dir="27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Ebrima" pitchFamily="34" charset="0"/>
                <a:ea typeface="Ebrima" pitchFamily="34" charset="-122"/>
                <a:cs typeface="Ebrima" pitchFamily="34" charset="-120"/>
              </a:rPr>
              <a:t>chu xin zhi shi   ji meng en hui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0" y="2880360"/>
            <a:ext cx="9144000" cy="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38100" dir="27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0" b="1" spc="2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真是何等宝贵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0" y="3549015"/>
            <a:ext cx="9144000" cy="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38100" dir="27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Ebrima" pitchFamily="34" charset="0"/>
                <a:ea typeface="Ebrima" pitchFamily="34" charset="-122"/>
                <a:cs typeface="Ebrima" pitchFamily="34" charset="-120"/>
              </a:rPr>
              <a:t>zhen shi he deng bao gui</a:t>
            </a:r>
            <a:endParaRPr lang="en-US" sz="3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337310"/>
            <a:ext cx="9144000" cy="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38100" dir="27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0" b="1" spc="2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赞美主 赞美主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0" y="2005965"/>
            <a:ext cx="9144000" cy="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38100" dir="27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Ebrima" pitchFamily="34" charset="0"/>
                <a:ea typeface="Ebrima" pitchFamily="34" charset="-122"/>
                <a:cs typeface="Ebrima" pitchFamily="34" charset="-120"/>
              </a:rPr>
              <a:t>zan mei zhu   zan mei zhu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0" y="2880360"/>
            <a:ext cx="9144000" cy="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38100" dir="27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0" b="1" spc="2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全地都当赞美主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0" y="3549015"/>
            <a:ext cx="9144000" cy="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38100" dir="27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Ebrima" pitchFamily="34" charset="0"/>
                <a:ea typeface="Ebrima" pitchFamily="34" charset="-122"/>
                <a:cs typeface="Ebrima" pitchFamily="34" charset="-120"/>
              </a:rPr>
              <a:t>quan di dou dang zan mei zhu</a:t>
            </a:r>
            <a:endParaRPr lang="en-US" sz="3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337310"/>
            <a:ext cx="9144000" cy="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38100" dir="27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0" b="1" spc="2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从日出之地 到日落之处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0" y="2005965"/>
            <a:ext cx="9144000" cy="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38100" dir="27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Ebrima" pitchFamily="34" charset="0"/>
                <a:ea typeface="Ebrima" pitchFamily="34" charset="-122"/>
                <a:cs typeface="Ebrima" pitchFamily="34" charset="-120"/>
              </a:rPr>
              <a:t>cong ri chu zhi di   dao ri luo zhi chu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0" y="2880360"/>
            <a:ext cx="9144000" cy="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38100" dir="27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0" b="1" spc="2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赞美主名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0" y="3549015"/>
            <a:ext cx="9144000" cy="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38100" dir="27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Ebrima" pitchFamily="34" charset="0"/>
                <a:ea typeface="Ebrima" pitchFamily="34" charset="-122"/>
                <a:cs typeface="Ebrima" pitchFamily="34" charset="-120"/>
              </a:rPr>
              <a:t>zan mei zhu ming</a:t>
            </a:r>
            <a:endParaRPr lang="en-US" sz="3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337310"/>
            <a:ext cx="9144000" cy="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38100" dir="27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0" b="1" spc="2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奇异恩典 何等甘甜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0" y="2005965"/>
            <a:ext cx="9144000" cy="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38100" dir="27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Ebrima" pitchFamily="34" charset="0"/>
                <a:ea typeface="Ebrima" pitchFamily="34" charset="-122"/>
                <a:cs typeface="Ebrima" pitchFamily="34" charset="-120"/>
              </a:rPr>
              <a:t>qi yi en dian   he deng gan tian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0" y="2880360"/>
            <a:ext cx="9144000" cy="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38100" dir="27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0" b="1" spc="2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我罪已得赦免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0" y="3549015"/>
            <a:ext cx="9144000" cy="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38100" dir="27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Ebrima" pitchFamily="34" charset="0"/>
                <a:ea typeface="Ebrima" pitchFamily="34" charset="-122"/>
                <a:cs typeface="Ebrima" pitchFamily="34" charset="-120"/>
              </a:rPr>
              <a:t>wo zui yi de she mian</a:t>
            </a:r>
            <a:endParaRPr lang="en-US" sz="3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263140"/>
            <a:ext cx="9144000" cy="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38100" dir="27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200" b="1" spc="-100" kern="0" dirty="0">
                <a:solidFill>
                  <a:srgbClr val="FFFFFF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What a friend we have in Jesus</a:t>
            </a:r>
            <a:endParaRPr lang="en-US" sz="7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314575"/>
            <a:ext cx="9144000" cy="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38100" dir="27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Ebrima" pitchFamily="34" charset="0"/>
                <a:ea typeface="Ebrima" pitchFamily="34" charset="-122"/>
                <a:cs typeface="Ebrima" pitchFamily="34" charset="-120"/>
              </a:rPr>
              <a:t>What a friend we have in Jesus</a:t>
            </a:r>
            <a:endParaRPr lang="en-US" sz="4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Ebrima" pitchFamily="34" charset="0"/>
                <a:ea typeface="Ebrima" pitchFamily="34" charset="-122"/>
                <a:cs typeface="Ebrima" pitchFamily="34" charset="-120"/>
              </a:rPr>
              <a:t>all our sins and griefs to bear</a:t>
            </a:r>
            <a:endParaRPr lang="en-US" sz="4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314575"/>
            <a:ext cx="9144000" cy="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38100" dir="27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Ebrima" pitchFamily="34" charset="0"/>
                <a:ea typeface="Ebrima" pitchFamily="34" charset="-122"/>
                <a:cs typeface="Ebrima" pitchFamily="34" charset="-120"/>
              </a:rPr>
              <a:t>What a privilege to carry</a:t>
            </a:r>
            <a:endParaRPr lang="en-US" sz="4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Ebrima" pitchFamily="34" charset="0"/>
                <a:ea typeface="Ebrima" pitchFamily="34" charset="-122"/>
                <a:cs typeface="Ebrima" pitchFamily="34" charset="-120"/>
              </a:rPr>
              <a:t>everything to God in prayer</a:t>
            </a:r>
            <a:endParaRPr lang="en-US" sz="4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314575"/>
            <a:ext cx="9144000" cy="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38100" dir="27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Ebrima" pitchFamily="34" charset="0"/>
                <a:ea typeface="Ebrima" pitchFamily="34" charset="-122"/>
                <a:cs typeface="Ebrima" pitchFamily="34" charset="-120"/>
              </a:rPr>
              <a:t>O what peace we often forfeit</a:t>
            </a:r>
            <a:endParaRPr lang="en-US" sz="4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Ebrima" pitchFamily="34" charset="0"/>
                <a:ea typeface="Ebrima" pitchFamily="34" charset="-122"/>
                <a:cs typeface="Ebrima" pitchFamily="34" charset="-120"/>
              </a:rPr>
              <a:t>O what needless pain we bear</a:t>
            </a:r>
            <a:endParaRPr lang="en-US" sz="4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314575"/>
            <a:ext cx="9144000" cy="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38100" dir="27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Ebrima" pitchFamily="34" charset="0"/>
                <a:ea typeface="Ebrima" pitchFamily="34" charset="-122"/>
                <a:cs typeface="Ebrima" pitchFamily="34" charset="-120"/>
              </a:rPr>
              <a:t>all because we do not carry</a:t>
            </a:r>
            <a:endParaRPr lang="en-US" sz="4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Ebrima" pitchFamily="34" charset="0"/>
                <a:ea typeface="Ebrima" pitchFamily="34" charset="-122"/>
                <a:cs typeface="Ebrima" pitchFamily="34" charset="-120"/>
              </a:rPr>
              <a:t>everything to God in prayer</a:t>
            </a:r>
            <a:endParaRPr lang="en-US" sz="4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314575"/>
            <a:ext cx="9144000" cy="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38100" dir="27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Ebrima" pitchFamily="34" charset="0"/>
                <a:ea typeface="Ebrima" pitchFamily="34" charset="-122"/>
                <a:cs typeface="Ebrima" pitchFamily="34" charset="-120"/>
              </a:rPr>
              <a:t>Have we trials and temptations</a:t>
            </a:r>
            <a:endParaRPr lang="en-US" sz="4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Ebrima" pitchFamily="34" charset="0"/>
                <a:ea typeface="Ebrima" pitchFamily="34" charset="-122"/>
                <a:cs typeface="Ebrima" pitchFamily="34" charset="-120"/>
              </a:rPr>
              <a:t>Is there trouble anywhere</a:t>
            </a:r>
            <a:endParaRPr lang="en-US" sz="4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314575"/>
            <a:ext cx="9144000" cy="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38100" dir="27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Ebrima" pitchFamily="34" charset="0"/>
                <a:ea typeface="Ebrima" pitchFamily="34" charset="-122"/>
                <a:cs typeface="Ebrima" pitchFamily="34" charset="-120"/>
              </a:rPr>
              <a:t>We should never be discouraged</a:t>
            </a:r>
            <a:endParaRPr lang="en-US" sz="4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Ebrima" pitchFamily="34" charset="0"/>
                <a:ea typeface="Ebrima" pitchFamily="34" charset="-122"/>
                <a:cs typeface="Ebrima" pitchFamily="34" charset="-120"/>
              </a:rPr>
              <a:t>take it to the Lord in prayer</a:t>
            </a:r>
            <a:endParaRPr lang="en-US" sz="4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314575"/>
            <a:ext cx="9144000" cy="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38100" dir="27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Ebrima" pitchFamily="34" charset="0"/>
                <a:ea typeface="Ebrima" pitchFamily="34" charset="-122"/>
                <a:cs typeface="Ebrima" pitchFamily="34" charset="-120"/>
              </a:rPr>
              <a:t>Can we find a friend so faithful</a:t>
            </a:r>
            <a:endParaRPr lang="en-US" sz="4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Ebrima" pitchFamily="34" charset="0"/>
                <a:ea typeface="Ebrima" pitchFamily="34" charset="-122"/>
                <a:cs typeface="Ebrima" pitchFamily="34" charset="-120"/>
              </a:rPr>
              <a:t>who will all our sorrows share</a:t>
            </a:r>
            <a:endParaRPr lang="en-US" sz="4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314575"/>
            <a:ext cx="9144000" cy="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38100" dir="27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Ebrima" pitchFamily="34" charset="0"/>
                <a:ea typeface="Ebrima" pitchFamily="34" charset="-122"/>
                <a:cs typeface="Ebrima" pitchFamily="34" charset="-120"/>
              </a:rPr>
              <a:t>Jesus knows our every weakness</a:t>
            </a:r>
            <a:endParaRPr lang="en-US" sz="4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Ebrima" pitchFamily="34" charset="0"/>
                <a:ea typeface="Ebrima" pitchFamily="34" charset="-122"/>
                <a:cs typeface="Ebrima" pitchFamily="34" charset="-120"/>
              </a:rPr>
              <a:t>take it to the Lord in prayer</a:t>
            </a:r>
            <a:endParaRPr lang="en-US" sz="4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Generator Presentation</dc:title>
  <dc:subject>Lyrics Presentation - Generated by Khen Ho2 PPT Generator</dc:subject>
  <dc:creator>Khen Ho2</dc:creator>
  <cp:lastModifiedBy>Khen Ho2</cp:lastModifiedBy>
  <cp:revision>1</cp:revision>
  <dcterms:created xsi:type="dcterms:W3CDTF">2026-06-08T01:03:29Z</dcterms:created>
  <dcterms:modified xsi:type="dcterms:W3CDTF">2026-06-08T01:03:29Z</dcterms:modified>
</cp:coreProperties>
</file>